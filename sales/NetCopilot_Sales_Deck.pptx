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NetCopilot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Network Operations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NOC teams spend hours on repetitive CLI checks.</a:t>
            </a:r>
          </a:p>
          <a:p>
            <a:pPr/>
            <a:r>
              <a:t>Alerts lack context; tickets lack evidence.</a:t>
            </a:r>
          </a:p>
          <a:p>
            <a:pPr/>
            <a:r>
              <a:t>Multi-vendor environments slow response.</a:t>
            </a:r>
          </a:p>
          <a:p>
            <a:pPr/>
            <a:r>
              <a:t>Security/compliance blocks public AI tools.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Natural-language interface for network operations.</a:t>
            </a:r>
          </a:p>
          <a:p>
            <a:pPr/>
            <a:r>
              <a:t>Runs approved tools: CLI, inventory, telemetry, ticketing.</a:t>
            </a:r>
          </a:p>
          <a:p>
            <a:pPr/>
            <a:r>
              <a:t>Returns evidence + structured diagnosis.</a:t>
            </a:r>
          </a:p>
          <a:p>
            <a:pPr/>
            <a:r>
              <a:t>Deployable on-prem or private cloud.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Interface down / flapping</a:t>
            </a:r>
          </a:p>
          <a:p>
            <a:pPr/>
            <a:r>
              <a:t>BGP idle or flapping</a:t>
            </a:r>
          </a:p>
          <a:p>
            <a:pPr/>
            <a:r>
              <a:t>ISIS/OSPF neighbors down</a:t>
            </a:r>
          </a:p>
          <a:p>
            <a:pPr/>
            <a:r>
              <a:t>CRC errors, drops, MTU mismatch</a:t>
            </a:r>
          </a:p>
          <a:p>
            <a:pPr/>
            <a:r>
              <a:t>Routing missing</a:t>
            </a:r>
          </a:p>
          <a:p>
            <a:pPr/>
            <a:r>
              <a:t>High CPU / memory</a:t>
            </a:r>
          </a:p>
          <a:p>
            <a:pPr/>
            <a:r>
              <a:t>Create or update a ticket with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Ask: Check interface health on sandbox-iosxr-1 Gi0/0/0/0</a:t>
            </a:r>
          </a:p>
          <a:p>
            <a:pPr/>
            <a:r>
              <a:t>Tools run show commands</a:t>
            </a:r>
          </a:p>
          <a:p>
            <a:pPr/>
            <a:r>
              <a:t>NetCopilot returns status, errors, counters, next steps</a:t>
            </a:r>
          </a:p>
          <a:p>
            <a:pPr/>
            <a:r>
              <a:t>Optionally creates a Jira ticket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It’s Different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Evidence-based answers (not just text).</a:t>
            </a:r>
          </a:p>
          <a:p>
            <a:pPr/>
            <a:r>
              <a:t>Multi-vendor tools with guardrails.</a:t>
            </a:r>
          </a:p>
          <a:p>
            <a:pPr/>
            <a:r>
              <a:t>Security-first: on-prem or private LLM.</a:t>
            </a:r>
          </a:p>
          <a:p>
            <a:pPr/>
            <a:r>
              <a:t>Integrations: Slack/Teams/Jira/NetBox/Prometheus.</a:t>
            </a:r>
          </a:p>
          <a:p>
            <a:pPr/>
            <a:r>
              <a:t>RBAC + audit logging.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On-prem (local or customer-approved LLM).</a:t>
            </a:r>
          </a:p>
          <a:p>
            <a:pPr/>
            <a:r>
              <a:t>Private cloud (Azure OpenAI / Bedrock / Vertex).</a:t>
            </a:r>
          </a:p>
          <a:p>
            <a:pPr/>
            <a:r>
              <a:t>Hybrid (LLM outside, tools inside).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Faster MTTR</a:t>
            </a:r>
          </a:p>
          <a:p>
            <a:pPr/>
            <a:r>
              <a:t>Reduced manual CLI work</a:t>
            </a:r>
          </a:p>
          <a:p>
            <a:pPr/>
            <a:r>
              <a:t>Consistent troubleshooting quality</a:t>
            </a:r>
          </a:p>
          <a:p>
            <a:pPr/>
            <a:r>
              <a:t>Lower training burden</a:t>
            </a:r>
          </a:p>
          <a:p>
            <a:pPr/>
            <a:r>
              <a:t>Audit/compliance ready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2-week POC with 3–5 devices</a:t>
            </a:r>
          </a:p>
          <a:p>
            <a:pPr/>
            <a:r>
              <a:t>Integrate inventory + telemetry</a:t>
            </a:r>
          </a:p>
          <a:p>
            <a:pPr/>
            <a:r>
              <a:t>Define top 10 playbooks</a:t>
            </a:r>
          </a:p>
          <a:p>
            <a:pPr/>
            <a:r>
              <a:t>Review pricing and rollout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